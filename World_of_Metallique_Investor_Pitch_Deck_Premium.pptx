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OF MÉTALLIQUE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Industrial &amp; Digital Integrated Ecosystem</a:t>
            </a:r>
          </a:p>
          <a:p>
            <a:r>
              <a:t>Premium Investor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Investment: 120000 TND</a:t>
            </a:r>
          </a:p>
          <a:p>
            <a:r>
              <a:t>5-Year Projected ROI: 451.83%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Projections (5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250000 TND</a:t>
            </a:r>
          </a:p>
          <a:p>
            <a:r>
              <a:t>Year 2: 380000 TND</a:t>
            </a:r>
          </a:p>
          <a:p>
            <a:r>
              <a:t>Year 3: 550000 TND</a:t>
            </a:r>
          </a:p>
          <a:p>
            <a:r>
              <a:t>Year 4: 780000 TND</a:t>
            </a:r>
          </a:p>
          <a:p>
            <a:r>
              <a:t>Year 5: 1050000 TND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Projections (5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55000.0 TND</a:t>
            </a:r>
          </a:p>
          <a:p>
            <a:r>
              <a:t>Year 2: 83600.0 TND</a:t>
            </a:r>
          </a:p>
          <a:p>
            <a:r>
              <a:t>Year 3: 121000.0 TND</a:t>
            </a:r>
          </a:p>
          <a:p>
            <a:r>
              <a:t>Year 4: 171600.0 TND</a:t>
            </a:r>
          </a:p>
          <a:p>
            <a:r>
              <a:t>Year 5: 231000.0 TND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Metal Manufacturing Margin</a:t>
            </a:r>
          </a:p>
          <a:p>
            <a:r>
              <a:t>Digital Platform Margin</a:t>
            </a:r>
          </a:p>
          <a:p>
            <a:r>
              <a:t>Marketing Commissions</a:t>
            </a:r>
          </a:p>
          <a:p>
            <a:r>
              <a:t>Equipment Rental</a:t>
            </a:r>
          </a:p>
          <a:p>
            <a:r>
              <a:t>Training Programs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National Expansion</a:t>
            </a:r>
          </a:p>
          <a:p>
            <a:r>
              <a:t>International Digital Deployment</a:t>
            </a:r>
          </a:p>
          <a:p>
            <a:r>
              <a:t>AI-based Automation (Future Phase)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